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这一页说明第 1 个要点，先讲结论，再解释依据。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这一页说明第 2 个要点，先讲结论，再解释依据。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这一页说明第 3 个要点，先讲结论，再解释依据。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这一页说明第 4 个要点，先讲结论，再解释依据。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这一页说明第 5 个要点，先讲结论，再解释依据。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这一页说明第 6 个要点，先讲结论，再解释依据。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F51"/>
                </a:solidFill>
              </a:rPr>
              <a:t>第 1 页：增长来自更清晰的产品价值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本季度</a:t>
            </a:r>
            <a:pPr indent="0" marL="0">
              <a:buNone/>
            </a:pPr>
            <a:r>
              <a:rPr lang="en-US" sz="2200" dirty="0">
                <a:solidFill>
                  <a:srgbClr val="456C88"/>
                </a:solidFill>
              </a:rPr>
              <a:t>转化率提升 20%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，下一阶段继续验证留存。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B95"/>
                </a:solidFill>
              </a:rPr>
              <a:t>数据来源：内部测试样本；仅用于开发验证。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F51"/>
                </a:solidFill>
              </a:rPr>
              <a:t>第 2 页：增长来自更清晰的产品价值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本季度</a:t>
            </a:r>
            <a:pPr indent="0" marL="0">
              <a:buNone/>
            </a:pPr>
            <a:r>
              <a:rPr lang="en-US" sz="2200" dirty="0">
                <a:solidFill>
                  <a:srgbClr val="456C88"/>
                </a:solidFill>
              </a:rPr>
              <a:t>转化率提升 20%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，下一阶段继续验证留存。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B95"/>
                </a:solidFill>
              </a:rPr>
              <a:t>数据来源：内部测试样本；仅用于开发验证。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F51"/>
                </a:solidFill>
              </a:rPr>
              <a:t>第 3 页：增长来自更清晰的产品价值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本季度</a:t>
            </a:r>
            <a:pPr indent="0" marL="0">
              <a:buNone/>
            </a:pPr>
            <a:r>
              <a:rPr lang="en-US" sz="2200" dirty="0">
                <a:solidFill>
                  <a:srgbClr val="456C88"/>
                </a:solidFill>
              </a:rPr>
              <a:t>转化率提升 20%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，下一阶段继续验证留存。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B95"/>
                </a:solidFill>
              </a:rPr>
              <a:t>数据来源：内部测试样本；仅用于开发验证。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F51"/>
                </a:solidFill>
              </a:rPr>
              <a:t>第 4 页：增长来自更清晰的产品价值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本季度</a:t>
            </a:r>
            <a:pPr indent="0" marL="0">
              <a:buNone/>
            </a:pPr>
            <a:r>
              <a:rPr lang="en-US" sz="2200" dirty="0">
                <a:solidFill>
                  <a:srgbClr val="456C88"/>
                </a:solidFill>
              </a:rPr>
              <a:t>转化率提升 20%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，下一阶段继续验证留存。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B95"/>
                </a:solidFill>
              </a:rPr>
              <a:t>数据来源：内部测试样本；仅用于开发验证。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F51"/>
                </a:solidFill>
              </a:rPr>
              <a:t>第 5 页：增长来自更清晰的产品价值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本季度</a:t>
            </a:r>
            <a:pPr indent="0" marL="0">
              <a:buNone/>
            </a:pPr>
            <a:r>
              <a:rPr lang="en-US" sz="2200" dirty="0">
                <a:solidFill>
                  <a:srgbClr val="456C88"/>
                </a:solidFill>
              </a:rPr>
              <a:t>转化率提升 20%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，下一阶段继续验证留存。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B95"/>
                </a:solidFill>
              </a:rPr>
              <a:t>数据来源：内部测试样本；仅用于开发验证。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F51"/>
                </a:solidFill>
              </a:rPr>
              <a:t>第 6 页：增长来自更清晰的产品价值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本季度</a:t>
            </a:r>
            <a:pPr indent="0" marL="0">
              <a:buNone/>
            </a:pPr>
            <a:r>
              <a:rPr lang="en-US" sz="2200" dirty="0">
                <a:solidFill>
                  <a:srgbClr val="456C88"/>
                </a:solidFill>
              </a:rPr>
              <a:t>转化率提升 20%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，下一阶段继续验证留存。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B95"/>
                </a:solidFill>
              </a:rPr>
              <a:t>数据来源：内部测试样本；仅用于开发验证。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增长复盘测试文稿</dc:title>
  <dc:subject>PptxGenJS Presentation</dc:subject>
  <dc:creator>Deck Rehearsal fixtures</dc:creator>
  <cp:lastModifiedBy>Deck Rehearsal fixtures</cp:lastModifiedBy>
  <cp:revision>1</cp:revision>
  <dcterms:created xsi:type="dcterms:W3CDTF">2026-09-14T13:15:27Z</dcterms:created>
  <dcterms:modified xsi:type="dcterms:W3CDTF">2026-09-14T13:15:27Z</dcterms:modified>
</cp:coreProperties>
</file>